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0" cy="64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解题配方库 agent-recipe-book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C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让不能联网的 AI，也能积累经验 —— 别人踩过的坑，你的 AI 不用再踩一遍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 · 零上传 · 运行时零第三方依赖 · 2026-10 归档版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它解决的是一个很具体的浪费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你用 AI 写代码，它绕了三个弯才解出来。那三个弯，别人也绕过 —— 但经验全散在各自的聊天记录里，换个对话窗口，它又从头绕一遍。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聊天记录会被清空，文件不会。所以这个库把「踩坑过程」存成文件。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怎么做到的：三步闭环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存成结构化配方，不是知识点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每条记「试了什么 → 为什么失败 → 多久发现 → 早期信号」，共 210 条死胡同记录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139696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经 MCP 挂进 AI 工具箱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遇到同类问题自动检索，不用你手动粘贴；检索内核是纯函数，不起服务也能调用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9144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523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投稿走质量闸门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提交进隔离池 → 人工复核 → 分级晋升（C→B→A 禁跳级），错误经验进不来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4577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和一般知识库的根本区别：这里存的是「失败路径」，而失败路径读文档学不会，只能踩一次。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效果：不是嘴上说的，是测出来的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题对照实验 · 题级配对 n=42 · 336 条真实解题记录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+8.0pp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注入配方后净提升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44.8% → 52.8%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p=0.010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07208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Wilcoxon 检验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07208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精确枚举 0.0086 / 符号 0.0262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42/42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37176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留一法稳健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剔除任意一题仍显著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−4.8pp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67144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安慰剂对照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67144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塞错的经验反而有害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判分不看「答对没有」，而看每题 3–5 条原子断言的覆盖率（连续量）；三重检验口径互证，另留一法逐题剔除 42 次确认结论不靠个别题撑着。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安慰剂臂：证明不是「多看点字就变强」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这组对照是整个实验的命门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AFB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3771900" cy="50292"/>
          </a:xfrm>
          <a:prstGeom prst="rect">
            <a:avLst/>
          </a:prstGeom>
          <a:solidFill>
            <a:srgbClr val="C9CED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安慰剂臂：注入无关配方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覆盖率 40.0%，比裸模型还低 4.8pp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模型照着错误的经验写，注意力被带偏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说明「多给上下文」本身没有价值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32020" y="1325880"/>
            <a:ext cx="3771900" cy="2743200"/>
          </a:xfrm>
          <a:prstGeom prst="roundRect">
            <a:avLst>
              <a:gd name="adj" fmla="val 2667"/>
            </a:avLst>
          </a:prstGeom>
          <a:solidFill>
            <a:srgbClr val="F1F8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2020" y="1325880"/>
            <a:ext cx="3771900" cy="5029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960620" y="1527048"/>
            <a:ext cx="3314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实验臂：注入对口配方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620" y="2011680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覆盖率 52.8%，比裸模型高 8.0pp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60620" y="2487168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无兜底子集 32 题仍 +8.2pp（p=0.0048）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0620" y="2962656"/>
            <a:ext cx="33147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说明增益来自「对口」，不是「灌答案」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另有稀释对照：一次塞前五条配方（含干扰）只 +4.2pp 且不显著 —— 精准比量大重要。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诚实边界：模型越强，增益越小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三档模型实测（同一批 42 题）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7432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模型档位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裸模型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164592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258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注入配方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325880"/>
            <a:ext cx="1828800" cy="384048"/>
          </a:xfrm>
          <a:prstGeom prst="rect">
            <a:avLst/>
          </a:prstGeom>
          <a:solidFill>
            <a:srgbClr val="0F2A24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325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净变化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70992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qwen2.5 7B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44.8%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170992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099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52.8%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70992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7099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+8.0pp（显著）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130552"/>
            <a:ext cx="27432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130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GLM-4-flash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2130552"/>
            <a:ext cx="164592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50.2%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2130552"/>
            <a:ext cx="1828800" cy="420624"/>
          </a:xfrm>
          <a:prstGeom prst="rect">
            <a:avLst/>
          </a:prstGeom>
          <a:solidFill>
            <a:srgbClr val="F5F7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13055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+1.8pp（不显著）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255117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5511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DeepSeek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68.5%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0" y="255117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5511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62.6%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255117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55117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−5.8pp（方向为负）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45034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结论：它是「特定场景的地板抬高器」，不是「通用能力增强器」。对已经会做的题，塞上下文反而有害 —— 这条边界是我们自己测出来并主动公开的。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公开可查，全部可复现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条配方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档 58 / B 档 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07208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条死胡同记录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07208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每条配方都带，无空缺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37176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条测试断言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个文件，0 失败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132588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618488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67144" y="2404872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运行时第三方依赖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67144" y="280720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检索内核为纯函数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12801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 条死胡同里，绝大多数不是知识点，而是顺序错了、前提错了、以为在兜底其实没兜住 —— 这类东西读文档学不会，只能踩一次。踩一次就够了，别让下一台 AI 再踩一遍。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仓库：github.com/taonai4097-prog/agent-recipe-book ｜ 线上：taonai4097-prog.github.io/agent-recipe-book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解题配方库 agent-recipe-book</dc:title>
  <dc:subject>PptxGenJS Presentation</dc:subject>
  <dc:creator>江夏阳</dc:creator>
  <cp:lastModifiedBy>江夏阳</cp:lastModifiedBy>
  <cp:revision>1</cp:revision>
  <dcterms:created xsi:type="dcterms:W3CDTF">2026-10-18T17:10:38Z</dcterms:created>
  <dcterms:modified xsi:type="dcterms:W3CDTF">2026-10-18T17:10:38Z</dcterms:modified>
</cp:coreProperties>
</file>
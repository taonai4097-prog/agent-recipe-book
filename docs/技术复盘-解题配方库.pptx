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371600"/>
            <a:ext cx="1097280" cy="6400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002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解题配方库 技术复盘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7C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Schema 到 MCP 到对照实验：一个「让 AI 少踩坑」的项目是怎么搭起来、又是怎么验证的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B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内部技术版 · 2026-10 · 项目已归档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数据流：单一真源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9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426464"/>
            <a:ext cx="91440" cy="914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325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真源：recipes/*.md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655064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每条配方一个文件，frontmatter 存结构化字段，正文写细节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139696"/>
            <a:ext cx="91440" cy="914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039112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派生物：api/experiences.json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368296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 api/ingest.py rebuild 生成，**绝不手写**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852928"/>
            <a:ext cx="91440" cy="914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75234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消费方三条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081528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server（给 AI）／静态站点（给人）／llms.txt（给爬虫与 Agent）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566160"/>
            <a:ext cx="91440" cy="914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465576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写侧闭环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79476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submit_recipe 投进隔离池 → 人复核 → promote_recipe 晋升 → rebuild → 同步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44577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教训：早期直接改过 JSON，rebuild 时被覆盖才明白「派生物不能当真源」。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Schema：一条配方到底存什么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9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设计取舍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426464"/>
            <a:ext cx="91440" cy="914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325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problem / solution / result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655064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问题、解法、结果 —— 三段式，让 AI 能直接消费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139696"/>
            <a:ext cx="91440" cy="914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039112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dead_ends（核心字段）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368296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每条死胡同四要素：attempt（试了什么）/ failure（为什么失败）/ duration（多久发现）/ early_signal（早期信号）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852928"/>
            <a:ext cx="91440" cy="914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75234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confidence A / B / 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081528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可信度档位，C→B→A **禁跳级**，A 档需 verified:true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566160"/>
            <a:ext cx="91440" cy="914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465576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tags + meta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79476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meta:true 的元配方检索权重 ×0.35，防止抢占垂直类结果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44577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关键决策：存「失败路径」而不是「知识点」。知识点文档里都有；顺序错了、前提错了这类只在踩坑现场出现。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检索内核：为什么抽成纯函数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9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lib/search.js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426464"/>
            <a:ext cx="91440" cy="914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325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不起服务也能用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655064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 下 require 三行即可检索，不必跑 MCP server、不走 JSON-RPC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139696"/>
            <a:ext cx="91440" cy="914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039112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打分 + 同分 tie-break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368296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同分时按确定规则排序，消除输入顺序依赖 —— 结果必须可复现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852928"/>
            <a:ext cx="91440" cy="914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75234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元配方降权 ×0.35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081528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上线后实测：新加的评测类配方把「翻页」查询的 Top1 抢走了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566160"/>
            <a:ext cx="91440" cy="914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465576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79476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2500 次检索约 0.16ms/次，全库规模下无瓶颈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44577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这个抽离是本项目可迁移性的来源：内核可以整体搬进别的应用（如本地优先的桌面工具），不带任何服务端负担。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server：读侧 6 + 写侧 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9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写侧默认关闭，需 RECIPE_BOOK_WRITE=1 才挂载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2377440" cy="384048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17520" y="1325880"/>
            <a:ext cx="5486400" cy="384048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8" name="Text 6"/>
          <p:cNvSpPr/>
          <p:nvPr/>
        </p:nvSpPr>
        <p:spPr>
          <a:xfrm>
            <a:off x="3108960" y="132588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709928"/>
            <a:ext cx="2377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709928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search_recipes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17520" y="1709928"/>
            <a:ext cx="54864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709928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检索配方（主力）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130552"/>
            <a:ext cx="237744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130552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get_recipe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017520" y="2130552"/>
            <a:ext cx="548640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2130552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id 取单条全文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2551176"/>
            <a:ext cx="2377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551176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list_tags / list_quarantine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017520" y="2551176"/>
            <a:ext cx="54864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2551176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标签总览 / 查看隔离池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2971800"/>
            <a:ext cx="237744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97180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verify_citations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017520" y="2971800"/>
            <a:ext cx="548640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0" y="2971800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校验引用是否真实存在（防编造）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3392424"/>
            <a:ext cx="2377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392424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gap_report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017520" y="3392424"/>
            <a:ext cx="54864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0" y="3392424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缺口日志：记录「查不到」的查询，暴露库的盲区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3813048"/>
            <a:ext cx="237744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813048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submit_recipe / promote_recipe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017520" y="3813048"/>
            <a:ext cx="548640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3813048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投稿进隔离池 / 复核后晋升（写侧）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" y="45034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防「AI 压根没想起用」靠三道信号：instructions（MCP 层）+ prompts/get（主动拉）+ AGENTS.md（仓库层）。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治理闸门：宁可少收，不可收脏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9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错误经验一旦入库，会污染所有后续检索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426464"/>
            <a:ext cx="91440" cy="914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325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655064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投稿先进隔离池，人复核后才公开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139696"/>
            <a:ext cx="91440" cy="914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039112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晋升禁跳级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368296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C→B→A，A 档必须 verified:true（人工核实锁）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852928"/>
            <a:ext cx="91440" cy="914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75234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脱敏检查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081528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配方正文不得带真实家目录路径 / 用户名 —— 实测拦下过一次（349/1）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566160"/>
            <a:ext cx="91440" cy="914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465576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RT-G1：坏文件不静默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79476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rebuild 遇坏 md 拒绝写索引 + 列出文件 + 非零退出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4279392"/>
            <a:ext cx="91440" cy="914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178808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条数等式哨兵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4507992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md 数必须等于索引条数，否则报错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44577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RT-G1 这条是被逼出来的：早先 rebuild 会静默跳过坏文件，索引悄悄变小却没人知道。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实验设计：四臂对照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9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 题 × 2 个本地模型 = 336 条真实解题记录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463040" cy="384048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03120" y="1325880"/>
            <a:ext cx="3291840" cy="384048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8" name="Text 6"/>
          <p:cNvSpPr/>
          <p:nvPr/>
        </p:nvSpPr>
        <p:spPr>
          <a:xfrm>
            <a:off x="2194560" y="13258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注入什么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94960" y="1325880"/>
            <a:ext cx="3108960" cy="384048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13258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用来排除什么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709928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0992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裸模型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103120" y="1709928"/>
            <a:ext cx="32918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1709928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不注入任何配方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394960" y="1709928"/>
            <a:ext cx="31089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1709928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2130552"/>
            <a:ext cx="146304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130552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B_top1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103120" y="2130552"/>
            <a:ext cx="329184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94560" y="2130552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检索命中的 top-1 真值配方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394960" y="2130552"/>
            <a:ext cx="310896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130552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主检验：精准配方有没有用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2551176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2551176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B_top5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103120" y="2551176"/>
            <a:ext cx="32918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94560" y="2551176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前五条（含干扰）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394960" y="2551176"/>
            <a:ext cx="31089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2551176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稀释对照：精准 vs 量大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2971800"/>
            <a:ext cx="146304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2971800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安慰剂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103120" y="2971800"/>
            <a:ext cx="329184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94560" y="2971800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注入**无关**配方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394960" y="2971800"/>
            <a:ext cx="310896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0" y="2971800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排除「多给上下文就变强」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40080" y="45034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另有四道门禁保证题本身可信：朴素解必失败 42/42、题干零泄题、金标准桩回归（参考解 42/42 满分、错误解 0）、真值确实进 top-5（12/12）。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判分器：不看对错，看覆盖率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9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这是分辨率的关键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426464"/>
            <a:ext cx="91440" cy="914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325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每题拆 3–5 条原子断言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655064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 must 项；pass = must 全过 且 覆盖率 ≥0.75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139696"/>
            <a:ext cx="91440" cy="914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039112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用连续量而非二值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368296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覆盖率比「对/错」分辨率高得多，统计功效直接上去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852928"/>
            <a:ext cx="91440" cy="914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75234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金标准桩回归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081528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把参考解当模型输出 → 必须 42/42 满分；把错误解当输出 → 必须 0 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566160"/>
            <a:ext cx="91440" cy="914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465576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重放复现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79476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判分器重放 310/335 逐位一致，差异全部归因到已知机制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44577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判分器自己不可信的话，后面所有统计都是空中楼阁 —— 这一步不能省。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统计：三重检验 + 留一法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9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口径先定死，再看结果（预注册）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828800" cy="384048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1325880"/>
            <a:ext cx="3291840" cy="384048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3258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60720" y="1325880"/>
            <a:ext cx="2743200" cy="384048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0" y="13258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709928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09928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配对口径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468880" y="1709928"/>
            <a:ext cx="32918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709928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题级配对，每题跨 2 模型取均值，n=42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760720" y="1709928"/>
            <a:ext cx="2743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170992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避免把 336 条 run 当 336 个样本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2130552"/>
            <a:ext cx="182880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130552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Wilcoxon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468880" y="2130552"/>
            <a:ext cx="329184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2130552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符号秩，非零对 22（正 16 / 负 6）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760720" y="2130552"/>
            <a:ext cx="274320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213055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0.0102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2551176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2551176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精确枚举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468880" y="2551176"/>
            <a:ext cx="32918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2551176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红队独立复算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760720" y="2551176"/>
            <a:ext cx="2743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0" y="2551176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0.0086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2971800"/>
            <a:ext cx="182880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2971800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符号检验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468880" y="2971800"/>
            <a:ext cx="329184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2971800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只看正负方向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760720" y="2971800"/>
            <a:ext cx="274320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52160" y="297180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0.0262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" y="3392424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3392424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留一法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468880" y="3392424"/>
            <a:ext cx="32918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0" y="3392424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逐题剔除 42 次重算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760720" y="3392424"/>
            <a:ext cx="2743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52160" y="3392424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42/42 仍显著（最脆弱 p=0.0180）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40080" y="3813048"/>
            <a:ext cx="182880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3813048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2468880" y="3813048"/>
            <a:ext cx="329184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60320" y="3813048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臂老 30 题与上一轮 lastCode 比对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760720" y="3813048"/>
            <a:ext cx="274320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52160" y="381304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60/60 完全一致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结果：效应随模型变强而衰减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9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这条曲线是这个项目最值钱的发现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2743200" cy="384048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模型档位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325880"/>
            <a:ext cx="1645920" cy="384048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3258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裸 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1325880"/>
            <a:ext cx="1645920" cy="384048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3258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 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0" y="1325880"/>
            <a:ext cx="1828800" cy="384048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132588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净变化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1709928"/>
            <a:ext cx="2743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70992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qwen2.5 7B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83280" y="1709928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70992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44.8%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0" y="1709928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170992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52.8%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75120" y="1709928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1709928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+8.0pp（显著）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2130552"/>
            <a:ext cx="274320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13055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 GLM-4-flash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383280" y="2130552"/>
            <a:ext cx="164592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130552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48.5%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0" y="2130552"/>
            <a:ext cx="164592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30552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50.2%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675120" y="2130552"/>
            <a:ext cx="182880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2130552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+1.8pp（不显著）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2551176"/>
            <a:ext cx="2743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2551176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 DeepSeek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383280" y="2551176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2551176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68.5%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29200" y="2551176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2551176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62.6%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675120" y="2551176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2551176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−5.8pp（方向为负）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40080" y="45034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机制解释：对已经会做的题，额外的上下文是干扰。子集中（裸做就挂的 16 题）DeepSeek 掉到 −18.8pp —— 多个原本满分的题，注入后反而跌到 0。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本轮踩的坑（都已入配方）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9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项目自己是自己的第一个用户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2560320" cy="384048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325880"/>
            <a:ext cx="2743200" cy="384048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3258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1325880"/>
            <a:ext cx="2560320" cy="384048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13258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709928"/>
            <a:ext cx="2560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0992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cpSync 让 Node 零输出退出、rc=127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0" y="1709928"/>
            <a:ext cx="2743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70992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127 通常是「命令未找到」，把排查带偏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0" y="1709928"/>
            <a:ext cx="2560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70992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二分探针定位 + 手写递归复制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2130552"/>
            <a:ext cx="256032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13055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ESM 项目里 require 报未定义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0" y="2130552"/>
            <a:ext cx="274320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13055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交付包脚本是 CJS，落进 type:module 当场炸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43600" y="2130552"/>
            <a:ext cx="256032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213055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 ESM 并用测试断言钉死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2551176"/>
            <a:ext cx="2560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255117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 remote 后 rev-parse 找不到 ref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00400" y="2551176"/>
            <a:ext cx="2743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551176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packed-refs 声明 sorted 却未排序，二分查找失效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0" y="2551176"/>
            <a:ext cx="2560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255117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按字母序重排；或用 pack-refs --all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2971800"/>
            <a:ext cx="256032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297180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误以为差 76 个提交没推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200400" y="2971800"/>
            <a:ext cx="274320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297180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tracking ref 过期（stale ref）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943600" y="2971800"/>
            <a:ext cx="256032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0" y="297180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判断推送成败一律用 git ls-remote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" y="3392424"/>
            <a:ext cx="2560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339242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Gitee 建库传 private=false 仍是私有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200400" y="3392424"/>
            <a:ext cx="2743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0" y="3392424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把非空字符串当真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943600" y="3392424"/>
            <a:ext cx="2560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35040" y="339242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建完回查 private 字段，必要时 PATCH 修正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9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做对的与付出的代价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3771900" cy="2743200"/>
          </a:xfrm>
          <a:prstGeom prst="roundRect">
            <a:avLst>
              <a:gd name="adj" fmla="val 2667"/>
            </a:avLst>
          </a:prstGeom>
          <a:solidFill>
            <a:srgbClr val="FAFB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25880"/>
            <a:ext cx="3771900" cy="50292"/>
          </a:xfrm>
          <a:prstGeom prst="rect">
            <a:avLst/>
          </a:prstGeom>
          <a:solidFill>
            <a:srgbClr val="C9CED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27048"/>
            <a:ext cx="33147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做对的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011680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四臂含安慰剂 + 三重检验 + 留一法：没被自己骗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2487168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测出失效边界后**主动收窄**主张，不硬吹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2962656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治理闸门实证拦下过脏内容，不是摆设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3438144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踩坑即入库，本轮的坑当场变成配方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3913632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检索内核抽成纯函数，可迁移性留住了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32020" y="1325880"/>
            <a:ext cx="3771900" cy="2743200"/>
          </a:xfrm>
          <a:prstGeom prst="roundRect">
            <a:avLst>
              <a:gd name="adj" fmla="val 2667"/>
            </a:avLst>
          </a:prstGeom>
          <a:solidFill>
            <a:srgbClr val="F1F8F5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32020" y="1325880"/>
            <a:ext cx="3771900" cy="5029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5" name="Text 13"/>
          <p:cNvSpPr/>
          <p:nvPr/>
        </p:nvSpPr>
        <p:spPr>
          <a:xfrm>
            <a:off x="4960620" y="1527048"/>
            <a:ext cx="33147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代价与未竟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60620" y="2011680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闭环最后一公里没通电：trace 自动提炼 → 投稿没做，只到信号层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60620" y="2487168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强模型验证太晚（10-01 才跑），定位收窄被拖后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60620" y="2962656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盘子铺太大：库 + MCP + 站点 + 实验 + 说明书，主线被稀释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60620" y="3438144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未做：propose_recipe 提案式投稿、gap 主题摘要层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864" cy="12801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9164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技术上的难点不在「把配方存起来」，而在「证明它真的有用、并且说清它在什么情况下没用」。前者任何人都能做，后者才是这个项目的价值所在。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32004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仓库：github.com/taonai4097-prog/agent-recipe-book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解题配方库 · 技术复盘</dc:title>
  <dc:subject>PptxGenJS Presentation</dc:subject>
  <dc:creator>江夏阳</dc:creator>
  <cp:lastModifiedBy>江夏阳</cp:lastModifiedBy>
  <cp:revision>1</cp:revision>
  <dcterms:created xsi:type="dcterms:W3CDTF">2026-10-18T17:17:11Z</dcterms:created>
  <dcterms:modified xsi:type="dcterms:W3CDTF">2026-10-18T17:17:11Z</dcterms:modified>
</cp:coreProperties>
</file>